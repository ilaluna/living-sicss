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92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1C51D-D7C2-44A5-85D3-69E93A6C6FFA}" type="datetimeFigureOut">
              <a:rPr lang="en-NL" smtClean="0"/>
              <a:t>16/06/2026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9B7CD5-E554-4EF4-BDFC-2343191D4CF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38584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9B7CD5-E554-4EF4-BDFC-2343191D4CFE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23875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391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38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528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9594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2823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464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166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60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700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4214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3874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1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28" r:id="rId5"/>
    <p:sldLayoutId id="2147483733" r:id="rId6"/>
    <p:sldLayoutId id="2147483729" r:id="rId7"/>
    <p:sldLayoutId id="2147483730" r:id="rId8"/>
    <p:sldLayoutId id="2147483731" r:id="rId9"/>
    <p:sldLayoutId id="2147483732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D7EC86-7CB9-431D-8AC3-8AAF0440B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4B9777F-B610-419B-9193-80306388F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!!Arc">
            <a:extLst>
              <a:ext uri="{FF2B5EF4-FFF2-40B4-BE49-F238E27FC236}">
                <a16:creationId xmlns:a16="http://schemas.microsoft.com/office/drawing/2014/main" id="{311F016A-A753-449B-9EA6-322199B71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1108520" y="775849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61A4F-1346-A6DD-D4C8-26086A3E5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742" y="1124988"/>
            <a:ext cx="44259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b="1" kern="1200" dirty="0">
                <a:solidFill>
                  <a:schemeClr val="tx1"/>
                </a:solidFill>
                <a:latin typeface="Aptos" panose="020B0004020202020204" pitchFamily="34" charset="0"/>
              </a:rPr>
              <a:t>LIVING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217CD0-BD87-485E-BAC3-77CFE8A21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742" y="3633691"/>
            <a:ext cx="4788944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800" kern="1200" dirty="0">
                <a:solidFill>
                  <a:schemeClr val="tx1"/>
                </a:solidFill>
                <a:latin typeface="Aptos" panose="020B0004020202020204" pitchFamily="34" charset="0"/>
              </a:rPr>
              <a:t>Livability maps and prediction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B8CC1-AF07-597B-A93F-0ADAAE57C7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11" r="752" b="-1"/>
          <a:stretch>
            <a:fillRect/>
          </a:stretch>
        </p:blipFill>
        <p:spPr>
          <a:xfrm>
            <a:off x="5733768" y="-1"/>
            <a:ext cx="6458232" cy="6858001"/>
          </a:xfrm>
          <a:custGeom>
            <a:avLst/>
            <a:gdLst/>
            <a:ahLst/>
            <a:cxnLst/>
            <a:rect l="l" t="t" r="r" b="b"/>
            <a:pathLst>
              <a:path w="6458232" h="6858001">
                <a:moveTo>
                  <a:pt x="2209000" y="0"/>
                </a:moveTo>
                <a:lnTo>
                  <a:pt x="6458232" y="0"/>
                </a:lnTo>
                <a:lnTo>
                  <a:pt x="6458232" y="6858001"/>
                </a:lnTo>
                <a:lnTo>
                  <a:pt x="651045" y="6858001"/>
                </a:lnTo>
                <a:lnTo>
                  <a:pt x="635146" y="6830200"/>
                </a:lnTo>
                <a:cubicBezTo>
                  <a:pt x="230085" y="6080469"/>
                  <a:pt x="0" y="5221296"/>
                  <a:pt x="0" y="4308089"/>
                </a:cubicBezTo>
                <a:cubicBezTo>
                  <a:pt x="0" y="2572997"/>
                  <a:pt x="830606" y="1032965"/>
                  <a:pt x="2113832" y="68046"/>
                </a:cubicBezTo>
                <a:close/>
              </a:path>
            </a:pathLst>
          </a:custGeom>
        </p:spPr>
      </p:pic>
      <p:sp>
        <p:nvSpPr>
          <p:cNvPr id="16" name="!!Rectangle">
            <a:extLst>
              <a:ext uri="{FF2B5EF4-FFF2-40B4-BE49-F238E27FC236}">
                <a16:creationId xmlns:a16="http://schemas.microsoft.com/office/drawing/2014/main" id="{95106A28-883A-4993-BF9E-C403B81A8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94269" y="4274457"/>
            <a:ext cx="825256" cy="82525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!!Oval">
            <a:extLst>
              <a:ext uri="{FF2B5EF4-FFF2-40B4-BE49-F238E27FC236}">
                <a16:creationId xmlns:a16="http://schemas.microsoft.com/office/drawing/2014/main" id="{F5AE4E4F-9F4C-43ED-8299-9BD63B74E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742" y="5649686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DD6139A-D06B-4356-A5D6-9B88DA7FAB9E}"/>
              </a:ext>
            </a:extLst>
          </p:cNvPr>
          <p:cNvSpPr txBox="1">
            <a:spLocks/>
          </p:cNvSpPr>
          <p:nvPr/>
        </p:nvSpPr>
        <p:spPr>
          <a:xfrm>
            <a:off x="1524000" y="5158631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NL" sz="2000" dirty="0">
                <a:latin typeface="Aptos" panose="020B0004020202020204" pitchFamily="34" charset="0"/>
              </a:rPr>
              <a:t>Tomiris </a:t>
            </a:r>
            <a:r>
              <a:rPr lang="en-NL" sz="2000" dirty="0" err="1">
                <a:latin typeface="Aptos" panose="020B0004020202020204" pitchFamily="34" charset="0"/>
              </a:rPr>
              <a:t>Gilazh</a:t>
            </a:r>
            <a:endParaRPr lang="en-US" sz="2000" dirty="0">
              <a:latin typeface="Aptos" panose="020B0004020202020204" pitchFamily="34" charset="0"/>
            </a:endParaRPr>
          </a:p>
          <a:p>
            <a:pPr algn="l"/>
            <a:r>
              <a:rPr lang="en-NL" sz="2000" dirty="0">
                <a:latin typeface="Aptos" panose="020B0004020202020204" pitchFamily="34" charset="0"/>
              </a:rPr>
              <a:t>David </a:t>
            </a:r>
            <a:r>
              <a:rPr lang="en-NL" sz="2000" dirty="0" err="1">
                <a:latin typeface="Aptos" panose="020B0004020202020204" pitchFamily="34" charset="0"/>
              </a:rPr>
              <a:t>Leitritz</a:t>
            </a:r>
            <a:endParaRPr lang="en-US" sz="2000" dirty="0">
              <a:latin typeface="Aptos" panose="020B0004020202020204" pitchFamily="34" charset="0"/>
            </a:endParaRPr>
          </a:p>
          <a:p>
            <a:pPr algn="l"/>
            <a:r>
              <a:rPr lang="en-NL" sz="2000" dirty="0">
                <a:latin typeface="Aptos" panose="020B0004020202020204" pitchFamily="34" charset="0"/>
              </a:rPr>
              <a:t>Ilaria Francesca Lunardelli</a:t>
            </a:r>
          </a:p>
        </p:txBody>
      </p:sp>
    </p:spTree>
    <p:extLst>
      <p:ext uri="{BB962C8B-B14F-4D97-AF65-F5344CB8AC3E}">
        <p14:creationId xmlns:p14="http://schemas.microsoft.com/office/powerpoint/2010/main" val="208587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C1B1B-F4CC-70BF-BFB0-34192FEE8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ptos" panose="020B0004020202020204" pitchFamily="34" charset="0"/>
              </a:rPr>
              <a:t>BACKGROUND LITERATURE</a:t>
            </a:r>
            <a:endParaRPr lang="en-NL" sz="4000" b="1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4BB4C-2FD9-D6E0-8F1E-ADD0CDCD6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LITERATURE</a:t>
            </a:r>
          </a:p>
          <a:p>
            <a:r>
              <a:rPr lang="en-US" dirty="0"/>
              <a:t>GAP?</a:t>
            </a:r>
          </a:p>
          <a:p>
            <a:r>
              <a:rPr lang="en-US" dirty="0"/>
              <a:t>RQ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84668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7DB29-D704-7649-E63C-610D8F7CE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ptos" panose="020B0004020202020204" pitchFamily="34" charset="0"/>
              </a:rPr>
              <a:t>DATA</a:t>
            </a:r>
            <a:endParaRPr lang="en-NL" sz="4000" dirty="0"/>
          </a:p>
        </p:txBody>
      </p:sp>
      <p:pic>
        <p:nvPicPr>
          <p:cNvPr id="1026" name="Picture 2" descr="Survey Data Netherlands - About">
            <a:extLst>
              <a:ext uri="{FF2B5EF4-FFF2-40B4-BE49-F238E27FC236}">
                <a16:creationId xmlns:a16="http://schemas.microsoft.com/office/drawing/2014/main" id="{912863B4-A454-920F-55D4-E828CD983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45844"/>
            <a:ext cx="1958068" cy="195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B51224-3C30-98CB-EE9A-B726F75CA5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3" t="19448" r="72747" b="64625"/>
          <a:stretch>
            <a:fillRect/>
          </a:stretch>
        </p:blipFill>
        <p:spPr>
          <a:xfrm>
            <a:off x="3176157" y="2303007"/>
            <a:ext cx="4944730" cy="16437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34B0D6-8877-B408-5E8A-A26D9BD3BC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40" t="17143" r="75267" b="73175"/>
          <a:stretch>
            <a:fillRect/>
          </a:stretch>
        </p:blipFill>
        <p:spPr>
          <a:xfrm>
            <a:off x="8120887" y="2642224"/>
            <a:ext cx="4071113" cy="968573"/>
          </a:xfrm>
          <a:prstGeom prst="rect">
            <a:avLst/>
          </a:prstGeom>
        </p:spPr>
      </p:pic>
      <p:pic>
        <p:nvPicPr>
          <p:cNvPr id="1038" name="Picture 14" descr="aivd_nl">
            <a:extLst>
              <a:ext uri="{FF2B5EF4-FFF2-40B4-BE49-F238E27FC236}">
                <a16:creationId xmlns:a16="http://schemas.microsoft.com/office/drawing/2014/main" id="{2838B81E-7193-7651-E69A-11326F6CD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996" y="4103912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968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5AA4-39E8-7D88-FF14-AEEA7CC8A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ptos" panose="020B0004020202020204" pitchFamily="34" charset="0"/>
              </a:rPr>
              <a:t>LIVABILITY SCORE</a:t>
            </a:r>
            <a:endParaRPr lang="en-N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078A8-6BB5-7041-FA15-FF26060FE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 OF DIMENSIONS</a:t>
            </a:r>
          </a:p>
          <a:p>
            <a:r>
              <a:rPr lang="en-US" dirty="0"/>
              <a:t>VISUALIZATION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29769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0AF0E-ED51-D6C7-ED17-990E85214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ptos" panose="020B0004020202020204" pitchFamily="34" charset="0"/>
              </a:rPr>
              <a:t>ANALYSIS</a:t>
            </a:r>
            <a:endParaRPr lang="en-NL" sz="4000" b="1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45100-CE06-4549-0F6E-0CC8267F6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 AND APPROACH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00445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7DF4A-6793-0A82-6A54-8C85064ED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ptos" panose="020B0004020202020204" pitchFamily="34" charset="0"/>
              </a:rPr>
              <a:t>RESULTS</a:t>
            </a:r>
            <a:endParaRPr lang="en-NL" sz="4000" b="1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6F1B-C3BD-3A07-79D7-89F1A5E47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 OF RESULTS</a:t>
            </a:r>
          </a:p>
          <a:p>
            <a:r>
              <a:rPr lang="en-US" dirty="0"/>
              <a:t>VISUALIZATIONS</a:t>
            </a:r>
          </a:p>
          <a:p>
            <a:r>
              <a:rPr lang="en-US" dirty="0"/>
              <a:t>REMARKS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23057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E30F6-326D-57E9-0F15-5EF34F392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5E6E3-AEBA-9155-B302-16E4B1111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ptos" panose="020B0004020202020204" pitchFamily="34" charset="0"/>
              </a:rPr>
              <a:t>DISCUSSION</a:t>
            </a:r>
            <a:endParaRPr lang="en-NL" sz="4000" b="1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6E416-C70A-6027-5F9B-7B2ABF0F2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  <a:p>
            <a:r>
              <a:rPr lang="en-US" dirty="0"/>
              <a:t>POSSIBLE FURTHER DIRECTIONS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40838743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Offic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estival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41</Words>
  <Application>Microsoft Office PowerPoint</Application>
  <PresentationFormat>Widescreen</PresentationFormat>
  <Paragraphs>23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Century Gothic</vt:lpstr>
      <vt:lpstr>ShapesVTI</vt:lpstr>
      <vt:lpstr>LIVING</vt:lpstr>
      <vt:lpstr>BACKGROUND LITERATURE</vt:lpstr>
      <vt:lpstr>DATA</vt:lpstr>
      <vt:lpstr>LIVABILITY SCORE</vt:lpstr>
      <vt:lpstr>ANALYSIS</vt:lpstr>
      <vt:lpstr>RESULTS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Ilaria Lunardelli</dc:creator>
  <cp:lastModifiedBy>Ilaria Lunardelli</cp:lastModifiedBy>
  <cp:revision>1</cp:revision>
  <dcterms:created xsi:type="dcterms:W3CDTF">2026-06-16T13:02:02Z</dcterms:created>
  <dcterms:modified xsi:type="dcterms:W3CDTF">2026-06-16T13:41:17Z</dcterms:modified>
</cp:coreProperties>
</file>