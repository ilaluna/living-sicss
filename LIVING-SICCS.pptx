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9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2" r:id="rId9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31C51D-D7C2-44A5-85D3-69E93A6C6FFA}" type="datetimeFigureOut">
              <a:rPr lang="en-NL" smtClean="0"/>
              <a:t>17/06/2026</a:t>
            </a:fld>
            <a:endParaRPr lang="en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9B7CD5-E554-4EF4-BDFC-2343191D4CF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3385843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9B7CD5-E554-4EF4-BDFC-2343191D4CFE}" type="slidenum">
              <a:rPr lang="en-NL" smtClean="0"/>
              <a:t>3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1238752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DE1A06-8754-4870-9E44-E39BADAD98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27F020-BBC3-49BB-91C2-5B2CBD64B3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7C0C22-EBDA-4130-87AE-CB28BC19B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DB8D0-98ED-4B86-9D5F-E61ADC70144D}" type="datetimeFigureOut">
              <a:rPr lang="en-US" smtClean="0"/>
              <a:t>6/17/2026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A419A8-07CA-4A4C-AEC2-C40D4D50AF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FA7B86-E610-42EA-B4DC-C2F447785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4181D-6920-4594-9A5D-6CE56DC9F8B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8A7BA06D-B3FF-4E91-8639-B4569AE3AA23}"/>
              </a:ext>
            </a:extLst>
          </p:cNvPr>
          <p:cNvSpPr/>
          <p:nvPr/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Arc 7">
            <a:extLst>
              <a:ext uri="{FF2B5EF4-FFF2-40B4-BE49-F238E27FC236}">
                <a16:creationId xmlns:a16="http://schemas.microsoft.com/office/drawing/2014/main" id="{2B30C86D-5A07-48BC-9C9D-6F9A2DB1E9E1}"/>
              </a:ext>
            </a:extLst>
          </p:cNvPr>
          <p:cNvSpPr/>
          <p:nvPr/>
        </p:nvSpPr>
        <p:spPr>
          <a:xfrm rot="10800000" flipV="1">
            <a:off x="555710" y="106482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839130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FF209-11EE-4A3F-9685-A155FECD0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47AF11-F208-4FDA-9E19-D6CA347213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85974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E82FA1-02B7-467E-9F16-D178149407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DB8D0-98ED-4B86-9D5F-E61ADC70144D}" type="datetimeFigureOut">
              <a:rPr lang="en-US" smtClean="0"/>
              <a:t>6/17/2026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389247-FB8A-4494-859B-B3754B02A5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CA5B62-3338-46A5-B381-A63B88CB0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4181D-6920-4594-9A5D-6CE56DC9F8B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3DA7759-3209-4FE2-96D1-4EEDD81E9EA0}"/>
              </a:ext>
            </a:extLst>
          </p:cNvPr>
          <p:cNvSpPr/>
          <p:nvPr/>
        </p:nvSpPr>
        <p:spPr>
          <a:xfrm>
            <a:off x="10494433" y="2"/>
            <a:ext cx="849328" cy="357668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1460DAD-8769-4C9F-9C8C-BB0443909D76}"/>
              </a:ext>
            </a:extLst>
          </p:cNvPr>
          <p:cNvSpPr/>
          <p:nvPr/>
        </p:nvSpPr>
        <p:spPr>
          <a:xfrm flipH="1">
            <a:off x="123536" y="5717905"/>
            <a:ext cx="1771609" cy="1140095"/>
          </a:xfrm>
          <a:custGeom>
            <a:avLst/>
            <a:gdLst>
              <a:gd name="connsiteX0" fmla="*/ 1561721 w 1771609"/>
              <a:gd name="connsiteY0" fmla="*/ 763041 h 1140095"/>
              <a:gd name="connsiteX1" fmla="*/ 1623024 w 1771609"/>
              <a:gd name="connsiteY1" fmla="*/ 792810 h 1140095"/>
              <a:gd name="connsiteX2" fmla="*/ 1711735 w 1771609"/>
              <a:gd name="connsiteY2" fmla="*/ 970132 h 1140095"/>
              <a:gd name="connsiteX3" fmla="*/ 1771609 w 1771609"/>
              <a:gd name="connsiteY3" fmla="*/ 1140095 h 1140095"/>
              <a:gd name="connsiteX4" fmla="*/ 1637225 w 1771609"/>
              <a:gd name="connsiteY4" fmla="*/ 1140095 h 1140095"/>
              <a:gd name="connsiteX5" fmla="*/ 1594820 w 1771609"/>
              <a:gd name="connsiteY5" fmla="*/ 1019711 h 1140095"/>
              <a:gd name="connsiteX6" fmla="*/ 1513200 w 1771609"/>
              <a:gd name="connsiteY6" fmla="*/ 856627 h 1140095"/>
              <a:gd name="connsiteX7" fmla="*/ 1538499 w 1771609"/>
              <a:gd name="connsiteY7" fmla="*/ 770415 h 1140095"/>
              <a:gd name="connsiteX8" fmla="*/ 1561721 w 1771609"/>
              <a:gd name="connsiteY8" fmla="*/ 763041 h 1140095"/>
              <a:gd name="connsiteX9" fmla="*/ 933455 w 1771609"/>
              <a:gd name="connsiteY9" fmla="*/ 161309 h 1140095"/>
              <a:gd name="connsiteX10" fmla="*/ 957797 w 1771609"/>
              <a:gd name="connsiteY10" fmla="*/ 167970 h 1140095"/>
              <a:gd name="connsiteX11" fmla="*/ 1286982 w 1771609"/>
              <a:gd name="connsiteY11" fmla="*/ 387616 h 1140095"/>
              <a:gd name="connsiteX12" fmla="*/ 1293725 w 1771609"/>
              <a:gd name="connsiteY12" fmla="*/ 477075 h 1140095"/>
              <a:gd name="connsiteX13" fmla="*/ 1245453 w 1771609"/>
              <a:gd name="connsiteY13" fmla="*/ 499154 h 1140095"/>
              <a:gd name="connsiteX14" fmla="*/ 1245167 w 1771609"/>
              <a:gd name="connsiteY14" fmla="*/ 499154 h 1140095"/>
              <a:gd name="connsiteX15" fmla="*/ 1203638 w 1771609"/>
              <a:gd name="connsiteY15" fmla="*/ 484104 h 1140095"/>
              <a:gd name="connsiteX16" fmla="*/ 900647 w 1771609"/>
              <a:gd name="connsiteY16" fmla="*/ 281508 h 1140095"/>
              <a:gd name="connsiteX17" fmla="*/ 872454 w 1771609"/>
              <a:gd name="connsiteY17" fmla="*/ 196164 h 1140095"/>
              <a:gd name="connsiteX18" fmla="*/ 933455 w 1771609"/>
              <a:gd name="connsiteY18" fmla="*/ 161309 h 1140095"/>
              <a:gd name="connsiteX19" fmla="*/ 256260 w 1771609"/>
              <a:gd name="connsiteY19" fmla="*/ 29 h 1140095"/>
              <a:gd name="connsiteX20" fmla="*/ 454020 w 1771609"/>
              <a:gd name="connsiteY20" fmla="*/ 13474 h 1140095"/>
              <a:gd name="connsiteX21" fmla="*/ 509236 w 1771609"/>
              <a:gd name="connsiteY21" fmla="*/ 84182 h 1140095"/>
              <a:gd name="connsiteX22" fmla="*/ 445829 w 1771609"/>
              <a:gd name="connsiteY22" fmla="*/ 139871 h 1140095"/>
              <a:gd name="connsiteX23" fmla="*/ 437447 w 1771609"/>
              <a:gd name="connsiteY23" fmla="*/ 139395 h 1140095"/>
              <a:gd name="connsiteX24" fmla="*/ 73211 w 1771609"/>
              <a:gd name="connsiteY24" fmla="*/ 137204 h 1140095"/>
              <a:gd name="connsiteX25" fmla="*/ 749 w 1771609"/>
              <a:gd name="connsiteY25" fmla="*/ 84082 h 1140095"/>
              <a:gd name="connsiteX26" fmla="*/ 53871 w 1771609"/>
              <a:gd name="connsiteY26" fmla="*/ 11621 h 1140095"/>
              <a:gd name="connsiteX27" fmla="*/ 58352 w 1771609"/>
              <a:gd name="connsiteY27" fmla="*/ 11093 h 1140095"/>
              <a:gd name="connsiteX28" fmla="*/ 256260 w 1771609"/>
              <a:gd name="connsiteY28" fmla="*/ 29 h 1140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71609" h="1140095">
                <a:moveTo>
                  <a:pt x="1561721" y="763041"/>
                </a:moveTo>
                <a:cubicBezTo>
                  <a:pt x="1585506" y="760324"/>
                  <a:pt x="1609722" y="771249"/>
                  <a:pt x="1623024" y="792810"/>
                </a:cubicBezTo>
                <a:cubicBezTo>
                  <a:pt x="1656300" y="850065"/>
                  <a:pt x="1685920" y="909291"/>
                  <a:pt x="1711735" y="970132"/>
                </a:cubicBezTo>
                <a:lnTo>
                  <a:pt x="1771609" y="1140095"/>
                </a:lnTo>
                <a:lnTo>
                  <a:pt x="1637225" y="1140095"/>
                </a:lnTo>
                <a:lnTo>
                  <a:pt x="1594820" y="1019711"/>
                </a:lnTo>
                <a:cubicBezTo>
                  <a:pt x="1571072" y="963753"/>
                  <a:pt x="1543818" y="909282"/>
                  <a:pt x="1513200" y="856627"/>
                </a:cubicBezTo>
                <a:cubicBezTo>
                  <a:pt x="1496379" y="825834"/>
                  <a:pt x="1507704" y="787236"/>
                  <a:pt x="1538499" y="770415"/>
                </a:cubicBezTo>
                <a:cubicBezTo>
                  <a:pt x="1545912" y="766367"/>
                  <a:pt x="1553792" y="763946"/>
                  <a:pt x="1561721" y="763041"/>
                </a:cubicBezTo>
                <a:close/>
                <a:moveTo>
                  <a:pt x="933455" y="161309"/>
                </a:moveTo>
                <a:cubicBezTo>
                  <a:pt x="941693" y="161855"/>
                  <a:pt x="949959" y="164025"/>
                  <a:pt x="957797" y="167970"/>
                </a:cubicBezTo>
                <a:cubicBezTo>
                  <a:pt x="1076184" y="227289"/>
                  <a:pt x="1186759" y="301068"/>
                  <a:pt x="1286982" y="387616"/>
                </a:cubicBezTo>
                <a:cubicBezTo>
                  <a:pt x="1313547" y="410457"/>
                  <a:pt x="1316566" y="450510"/>
                  <a:pt x="1293725" y="477075"/>
                </a:cubicBezTo>
                <a:cubicBezTo>
                  <a:pt x="1281638" y="491137"/>
                  <a:pt x="1263998" y="499204"/>
                  <a:pt x="1245453" y="499154"/>
                </a:cubicBezTo>
                <a:lnTo>
                  <a:pt x="1245167" y="499154"/>
                </a:lnTo>
                <a:cubicBezTo>
                  <a:pt x="1229965" y="499301"/>
                  <a:pt x="1215220" y="493956"/>
                  <a:pt x="1203638" y="484104"/>
                </a:cubicBezTo>
                <a:cubicBezTo>
                  <a:pt x="1111407" y="404300"/>
                  <a:pt x="1009633" y="336248"/>
                  <a:pt x="900647" y="281508"/>
                </a:cubicBezTo>
                <a:cubicBezTo>
                  <a:pt x="869295" y="265726"/>
                  <a:pt x="856672" y="227516"/>
                  <a:pt x="872454" y="196164"/>
                </a:cubicBezTo>
                <a:cubicBezTo>
                  <a:pt x="884290" y="172650"/>
                  <a:pt x="908742" y="159670"/>
                  <a:pt x="933455" y="161309"/>
                </a:cubicBezTo>
                <a:close/>
                <a:moveTo>
                  <a:pt x="256260" y="29"/>
                </a:moveTo>
                <a:cubicBezTo>
                  <a:pt x="322331" y="427"/>
                  <a:pt x="388378" y="4909"/>
                  <a:pt x="454020" y="13474"/>
                </a:cubicBezTo>
                <a:cubicBezTo>
                  <a:pt x="488793" y="17752"/>
                  <a:pt x="513514" y="49409"/>
                  <a:pt x="509236" y="84182"/>
                </a:cubicBezTo>
                <a:cubicBezTo>
                  <a:pt x="505303" y="116151"/>
                  <a:pt x="478038" y="140098"/>
                  <a:pt x="445829" y="139871"/>
                </a:cubicBezTo>
                <a:cubicBezTo>
                  <a:pt x="443027" y="139899"/>
                  <a:pt x="440227" y="139740"/>
                  <a:pt x="437447" y="139395"/>
                </a:cubicBezTo>
                <a:cubicBezTo>
                  <a:pt x="316592" y="123615"/>
                  <a:pt x="194247" y="122878"/>
                  <a:pt x="73211" y="137204"/>
                </a:cubicBezTo>
                <a:cubicBezTo>
                  <a:pt x="38532" y="142545"/>
                  <a:pt x="6090" y="118762"/>
                  <a:pt x="749" y="84082"/>
                </a:cubicBezTo>
                <a:cubicBezTo>
                  <a:pt x="-4591" y="49403"/>
                  <a:pt x="19192" y="16961"/>
                  <a:pt x="53871" y="11621"/>
                </a:cubicBezTo>
                <a:cubicBezTo>
                  <a:pt x="55358" y="11392"/>
                  <a:pt x="56852" y="11216"/>
                  <a:pt x="58352" y="11093"/>
                </a:cubicBezTo>
                <a:cubicBezTo>
                  <a:pt x="124093" y="3319"/>
                  <a:pt x="190189" y="-369"/>
                  <a:pt x="256260" y="29"/>
                </a:cubicBezTo>
                <a:close/>
              </a:path>
            </a:pathLst>
          </a:custGeom>
          <a:solidFill>
            <a:schemeClr val="accent4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133802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4C0001-5D76-45A0-A9F4-7172BDDD5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1462C4-0E4B-4DB7-A8BF-FE55142760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A5F313-1240-47AE-A026-7F349292B5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DB8D0-98ED-4B86-9D5F-E61ADC70144D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448158-6132-4335-B8E1-F6A896383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94C5B6-1598-48B4-9B3A-3078FDBE90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4181D-6920-4594-9A5D-6CE56DC9F8B2}" type="slidenum">
              <a:rPr lang="en-US" smtClean="0"/>
              <a:t>‹#›</a:t>
            </a:fld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EDBDD32-D3EE-4848-A112-BA814D4631CD}"/>
              </a:ext>
            </a:extLst>
          </p:cNvPr>
          <p:cNvSpPr/>
          <p:nvPr/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Arc 9">
            <a:extLst>
              <a:ext uri="{FF2B5EF4-FFF2-40B4-BE49-F238E27FC236}">
                <a16:creationId xmlns:a16="http://schemas.microsoft.com/office/drawing/2014/main" id="{61350361-843C-49D0-BD6A-ECDBA3842BA0}"/>
              </a:ext>
            </a:extLst>
          </p:cNvPr>
          <p:cNvSpPr/>
          <p:nvPr/>
        </p:nvSpPr>
        <p:spPr>
          <a:xfrm rot="10800000" flipV="1">
            <a:off x="555710" y="106482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15287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ABFD05-2CB2-4A7E-89E7-57615BA82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9532B8-D460-476D-816F-725E8D96C0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F7120F-70AF-4ED5-B364-3AA55C6B44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D8B65F-F709-469F-9961-4D01896CAA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DB8D0-98ED-4B86-9D5F-E61ADC70144D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81C6BC-B23D-48BC-AD44-654DDB8D0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00D60B-86A1-479D-BCE8-06D2C3DBC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4181D-6920-4594-9A5D-6CE56DC9F8B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4EC5136-99DA-40B5-8F79-5C3A56D38BA1}"/>
              </a:ext>
            </a:extLst>
          </p:cNvPr>
          <p:cNvSpPr/>
          <p:nvPr/>
        </p:nvSpPr>
        <p:spPr>
          <a:xfrm rot="16200000">
            <a:off x="-388933" y="4841194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F8FB775-26C4-41BA-837C-4478D48D2157}"/>
              </a:ext>
            </a:extLst>
          </p:cNvPr>
          <p:cNvSpPr/>
          <p:nvPr/>
        </p:nvSpPr>
        <p:spPr>
          <a:xfrm>
            <a:off x="10494433" y="2"/>
            <a:ext cx="849328" cy="357668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995941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92983E-E761-4429-9203-7FE8B2DB6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21E9B7-62BE-49BA-AC6B-55250D6627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41A3FD-B90A-4C31-BD6B-581F9E2E0E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0D1D55-B722-4968-B171-AF3B462DDA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71085A8-02C2-4E7F-935E-5AEECBAD19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A8A5018-8A77-40E8-B159-4894ECF228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DB8D0-98ED-4B86-9D5F-E61ADC70144D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D79441-8908-4461-9FDD-BCE6388370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8D29F7D-B101-4950-A2C0-F350FB26D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4181D-6920-4594-9A5D-6CE56DC9F8B2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62D7398-9A79-4B24-9C7D-F0DEED57C70B}"/>
              </a:ext>
            </a:extLst>
          </p:cNvPr>
          <p:cNvSpPr/>
          <p:nvPr/>
        </p:nvSpPr>
        <p:spPr>
          <a:xfrm rot="16200000">
            <a:off x="-388933" y="4841194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07F28CD-1873-4E36-A064-2D25E0A85017}"/>
              </a:ext>
            </a:extLst>
          </p:cNvPr>
          <p:cNvSpPr/>
          <p:nvPr/>
        </p:nvSpPr>
        <p:spPr>
          <a:xfrm>
            <a:off x="10494433" y="2"/>
            <a:ext cx="849328" cy="357668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728238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11BF3-02E8-4EB7-818E-652B82CF2C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54D3190-B78C-42F1-9D62-F523886BBE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DB8D0-98ED-4B86-9D5F-E61ADC70144D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381C40-F9FC-4D58-8508-F0632DF5A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01CBCC-4CC2-49BD-B155-01E0F4D79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4181D-6920-4594-9A5D-6CE56DC9F8B2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DC13EF9C-0B5A-4364-91AA-E5DD5B536E54}"/>
              </a:ext>
            </a:extLst>
          </p:cNvPr>
          <p:cNvSpPr/>
          <p:nvPr/>
        </p:nvSpPr>
        <p:spPr>
          <a:xfrm rot="16200000">
            <a:off x="-388933" y="4841194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8F674475-6327-490A-BD7F-084F5C07F2E4}"/>
              </a:ext>
            </a:extLst>
          </p:cNvPr>
          <p:cNvSpPr/>
          <p:nvPr/>
        </p:nvSpPr>
        <p:spPr>
          <a:xfrm>
            <a:off x="10494433" y="2"/>
            <a:ext cx="849328" cy="357668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546490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7024287-C9B9-48AC-8E4D-A282DE2F4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DB8D0-98ED-4B86-9D5F-E61ADC70144D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D34C9A2-75A7-4164-B3B8-E6A9D60BA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BE73CE-2859-4D49-A9EC-26AF3FBDF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4181D-6920-4594-9A5D-6CE56DC9F8B2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AA5ED585-FEBB-4DAD-84C0-97BEE6C360C3}"/>
              </a:ext>
            </a:extLst>
          </p:cNvPr>
          <p:cNvSpPr/>
          <p:nvPr/>
        </p:nvSpPr>
        <p:spPr>
          <a:xfrm rot="16200000">
            <a:off x="-388933" y="4841194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EF6AC352-A720-4DB3-87CA-A33B0607CA2F}"/>
              </a:ext>
            </a:extLst>
          </p:cNvPr>
          <p:cNvSpPr/>
          <p:nvPr/>
        </p:nvSpPr>
        <p:spPr>
          <a:xfrm>
            <a:off x="10494433" y="2"/>
            <a:ext cx="849328" cy="357668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416697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FFC812-4DB6-4F98-9404-29C191D3BA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F0855E-0CD6-47DD-B648-4C84C783D7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50082B-17D7-4D61-8AEB-81517D85D2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A70783-FF31-4C4E-9196-EB169B2097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DB8D0-98ED-4B86-9D5F-E61ADC70144D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92E260-747D-40FD-A062-9DD5E6835A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7E50A0-1E05-49C5-88C9-462677512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4181D-6920-4594-9A5D-6CE56DC9F8B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2C155C63-9F58-4422-B669-F97486280671}"/>
              </a:ext>
            </a:extLst>
          </p:cNvPr>
          <p:cNvSpPr/>
          <p:nvPr/>
        </p:nvSpPr>
        <p:spPr>
          <a:xfrm rot="16200000">
            <a:off x="-388933" y="4841194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85DBA62-0EDB-47AA-86C7-90463BC9B308}"/>
              </a:ext>
            </a:extLst>
          </p:cNvPr>
          <p:cNvSpPr/>
          <p:nvPr/>
        </p:nvSpPr>
        <p:spPr>
          <a:xfrm>
            <a:off x="10494433" y="2"/>
            <a:ext cx="849328" cy="357668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66096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1D7521-E43D-41D1-B458-26B20DC6DD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2472CF2-2653-4B98-A416-D7A0A860EC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EF87F5-0B10-4AC7-9599-F088C5E796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A07CB7-0520-4D64-B76C-C31AC55783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DB8D0-98ED-4B86-9D5F-E61ADC70144D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EEB226-AD45-45DF-AAB5-5513AE732A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E96AEB-9481-4CCE-B110-FEDD334835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4181D-6920-4594-9A5D-6CE56DC9F8B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6BA9707F-7BCE-464F-BF45-E216527084EE}"/>
              </a:ext>
            </a:extLst>
          </p:cNvPr>
          <p:cNvSpPr/>
          <p:nvPr/>
        </p:nvSpPr>
        <p:spPr>
          <a:xfrm rot="16200000">
            <a:off x="-388933" y="4841194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BC589723-2CC8-49D1-B4E1-36FECED6A2D7}"/>
              </a:ext>
            </a:extLst>
          </p:cNvPr>
          <p:cNvSpPr/>
          <p:nvPr/>
        </p:nvSpPr>
        <p:spPr>
          <a:xfrm>
            <a:off x="10494433" y="2"/>
            <a:ext cx="849328" cy="357668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87001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F6E5D1-6D19-4E7F-9B4E-42326B771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D2A06C-F91A-4ADC-9CD2-61F0A4D7EE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3AA9A-2280-4F63-8B3D-20742AE690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DB8D0-98ED-4B86-9D5F-E61ADC70144D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0D986B-E58E-43B6-8A80-FFA9D8F748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140D36-2E71-4F27-967F-7A3E4C6EE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4181D-6920-4594-9A5D-6CE56DC9F8B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1609904-5327-4D2C-A445-B270A00F3B5F}"/>
              </a:ext>
            </a:extLst>
          </p:cNvPr>
          <p:cNvSpPr/>
          <p:nvPr/>
        </p:nvSpPr>
        <p:spPr>
          <a:xfrm rot="16200000">
            <a:off x="-388933" y="4841194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30FC7BEC-08C5-4D95-9C84-B48BC8AD1C94}"/>
              </a:ext>
            </a:extLst>
          </p:cNvPr>
          <p:cNvSpPr/>
          <p:nvPr/>
        </p:nvSpPr>
        <p:spPr>
          <a:xfrm>
            <a:off x="10494433" y="2"/>
            <a:ext cx="849328" cy="357668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342143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81FEA3D-0C7F-45CD-B6A0-942F707B36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8B8A12-BCE6-4D03-A637-1DEC8924BE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749755-9FF4-428A-AEB7-1A64774667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DB8D0-98ED-4B86-9D5F-E61ADC70144D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141836-11E2-49FD-877D-53B74514A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D24C42-4B05-4EEF-BE14-29041EC9C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4181D-6920-4594-9A5D-6CE56DC9F8B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BADDEB1-F604-408B-B02A-A2814606E6AF}"/>
              </a:ext>
            </a:extLst>
          </p:cNvPr>
          <p:cNvSpPr/>
          <p:nvPr/>
        </p:nvSpPr>
        <p:spPr>
          <a:xfrm rot="16200000">
            <a:off x="-388933" y="4841194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D8DF7987-332F-4D6C-81C3-990F39C76C96}"/>
              </a:ext>
            </a:extLst>
          </p:cNvPr>
          <p:cNvSpPr/>
          <p:nvPr/>
        </p:nvSpPr>
        <p:spPr>
          <a:xfrm>
            <a:off x="10494433" y="2"/>
            <a:ext cx="849328" cy="357668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038742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7EC5685-19F1-49DA-ADE5-D5D32F1659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FC0A4D-22A1-4554-B5DE-887974F4D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9D5CDC-F2CE-410E-AD13-DDC235C71C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 cap="none" spc="0" baseline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82EDB8D0-98ED-4B86-9D5F-E61ADC70144D}" type="datetimeFigureOut">
              <a:rPr lang="en-US" smtClean="0"/>
              <a:pPr/>
              <a:t>6/17/2026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40CD45-794A-4BB0-A427-0CE61AEAF4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 cap="none" spc="0" baseline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B3AB91-9588-4071-92D2-364F4A6ED0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 cap="none" spc="0" baseline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4854181D-6920-4594-9A5D-6CE56DC9F8B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7103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5" r:id="rId1"/>
    <p:sldLayoutId id="2147483736" r:id="rId2"/>
    <p:sldLayoutId id="2147483737" r:id="rId3"/>
    <p:sldLayoutId id="2147483738" r:id="rId4"/>
    <p:sldLayoutId id="2147483728" r:id="rId5"/>
    <p:sldLayoutId id="2147483733" r:id="rId6"/>
    <p:sldLayoutId id="2147483729" r:id="rId7"/>
    <p:sldLayoutId id="2147483730" r:id="rId8"/>
    <p:sldLayoutId id="2147483731" r:id="rId9"/>
    <p:sldLayoutId id="2147483732" r:id="rId10"/>
    <p:sldLayoutId id="2147483734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1D7EC86-7CB9-431D-8AC3-8AAF0440B1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D4B9777F-B610-419B-9193-80306388F3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!!Arc">
            <a:extLst>
              <a:ext uri="{FF2B5EF4-FFF2-40B4-BE49-F238E27FC236}">
                <a16:creationId xmlns:a16="http://schemas.microsoft.com/office/drawing/2014/main" id="{311F016A-A753-449B-9EA6-322199B711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1427715">
            <a:off x="1108520" y="775849"/>
            <a:ext cx="2987899" cy="2987899"/>
          </a:xfrm>
          <a:prstGeom prst="arc">
            <a:avLst>
              <a:gd name="adj1" fmla="val 16200000"/>
              <a:gd name="adj2" fmla="val 2287352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261A4F-1346-A6DD-D4C8-26086A3E54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0742" y="1124988"/>
            <a:ext cx="4425962" cy="238760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/>
            <a:r>
              <a:rPr lang="en-US" b="1" kern="1200" dirty="0">
                <a:solidFill>
                  <a:schemeClr val="tx1"/>
                </a:solidFill>
                <a:latin typeface="Aptos" panose="020B0004020202020204" pitchFamily="34" charset="0"/>
              </a:rPr>
              <a:t>LIVING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217CD0-BD87-485E-BAC3-77CFE8A218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60742" y="3633691"/>
            <a:ext cx="4788944" cy="1655762"/>
          </a:xfrm>
        </p:spPr>
        <p:txBody>
          <a:bodyPr vert="horz" lIns="91440" tIns="45720" rIns="91440" bIns="45720" rtlCol="0">
            <a:normAutofit/>
          </a:bodyPr>
          <a:lstStyle/>
          <a:p>
            <a:pPr algn="l"/>
            <a:r>
              <a:rPr lang="en-US" sz="2800" kern="1200" dirty="0">
                <a:solidFill>
                  <a:schemeClr val="tx1"/>
                </a:solidFill>
                <a:latin typeface="Aptos" panose="020B0004020202020204" pitchFamily="34" charset="0"/>
              </a:rPr>
              <a:t>Livability maps and prediction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0B8CC1-AF07-597B-A93F-0ADAAE57C7B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911" r="752" b="-1"/>
          <a:stretch>
            <a:fillRect/>
          </a:stretch>
        </p:blipFill>
        <p:spPr>
          <a:xfrm>
            <a:off x="5733768" y="-1"/>
            <a:ext cx="6458232" cy="6858001"/>
          </a:xfrm>
          <a:custGeom>
            <a:avLst/>
            <a:gdLst/>
            <a:ahLst/>
            <a:cxnLst/>
            <a:rect l="l" t="t" r="r" b="b"/>
            <a:pathLst>
              <a:path w="6458232" h="6858001">
                <a:moveTo>
                  <a:pt x="2209000" y="0"/>
                </a:moveTo>
                <a:lnTo>
                  <a:pt x="6458232" y="0"/>
                </a:lnTo>
                <a:lnTo>
                  <a:pt x="6458232" y="6858001"/>
                </a:lnTo>
                <a:lnTo>
                  <a:pt x="651045" y="6858001"/>
                </a:lnTo>
                <a:lnTo>
                  <a:pt x="635146" y="6830200"/>
                </a:lnTo>
                <a:cubicBezTo>
                  <a:pt x="230085" y="6080469"/>
                  <a:pt x="0" y="5221296"/>
                  <a:pt x="0" y="4308089"/>
                </a:cubicBezTo>
                <a:cubicBezTo>
                  <a:pt x="0" y="2572997"/>
                  <a:pt x="830606" y="1032965"/>
                  <a:pt x="2113832" y="68046"/>
                </a:cubicBezTo>
                <a:close/>
              </a:path>
            </a:pathLst>
          </a:custGeom>
        </p:spPr>
      </p:pic>
      <p:sp>
        <p:nvSpPr>
          <p:cNvPr id="16" name="!!Rectangle">
            <a:extLst>
              <a:ext uri="{FF2B5EF4-FFF2-40B4-BE49-F238E27FC236}">
                <a16:creationId xmlns:a16="http://schemas.microsoft.com/office/drawing/2014/main" id="{95106A28-883A-4993-BF9E-C403B81A8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94269" y="4274457"/>
            <a:ext cx="825256" cy="825256"/>
          </a:xfrm>
          <a:prstGeom prst="rect">
            <a:avLst/>
          </a:prstGeom>
          <a:noFill/>
          <a:ln w="127000">
            <a:solidFill>
              <a:schemeClr val="accent6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!!Oval">
            <a:extLst>
              <a:ext uri="{FF2B5EF4-FFF2-40B4-BE49-F238E27FC236}">
                <a16:creationId xmlns:a16="http://schemas.microsoft.com/office/drawing/2014/main" id="{F5AE4E4F-9F4C-43ED-8299-9BD63B74E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742" y="5649686"/>
            <a:ext cx="546100" cy="5461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EDD6139A-D06B-4356-A5D6-9B88DA7FAB9E}"/>
              </a:ext>
            </a:extLst>
          </p:cNvPr>
          <p:cNvSpPr txBox="1">
            <a:spLocks/>
          </p:cNvSpPr>
          <p:nvPr/>
        </p:nvSpPr>
        <p:spPr>
          <a:xfrm>
            <a:off x="1524000" y="5158631"/>
            <a:ext cx="9144000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NL" sz="2000" dirty="0">
                <a:latin typeface="Aptos" panose="020B0004020202020204" pitchFamily="34" charset="0"/>
              </a:rPr>
              <a:t>Tomiris </a:t>
            </a:r>
            <a:r>
              <a:rPr lang="en-NL" sz="2000" dirty="0" err="1">
                <a:latin typeface="Aptos" panose="020B0004020202020204" pitchFamily="34" charset="0"/>
              </a:rPr>
              <a:t>Gilazh</a:t>
            </a:r>
            <a:endParaRPr lang="en-US" sz="2000" dirty="0">
              <a:latin typeface="Aptos" panose="020B0004020202020204" pitchFamily="34" charset="0"/>
            </a:endParaRPr>
          </a:p>
          <a:p>
            <a:pPr algn="l"/>
            <a:r>
              <a:rPr lang="en-NL" sz="2000" dirty="0">
                <a:latin typeface="Aptos" panose="020B0004020202020204" pitchFamily="34" charset="0"/>
              </a:rPr>
              <a:t>David </a:t>
            </a:r>
            <a:r>
              <a:rPr lang="en-NL" sz="2000" dirty="0" err="1">
                <a:latin typeface="Aptos" panose="020B0004020202020204" pitchFamily="34" charset="0"/>
              </a:rPr>
              <a:t>Leitritz</a:t>
            </a:r>
            <a:endParaRPr lang="en-US" sz="2000" dirty="0">
              <a:latin typeface="Aptos" panose="020B0004020202020204" pitchFamily="34" charset="0"/>
            </a:endParaRPr>
          </a:p>
          <a:p>
            <a:pPr algn="l"/>
            <a:r>
              <a:rPr lang="en-NL" sz="2000" dirty="0">
                <a:latin typeface="Aptos" panose="020B0004020202020204" pitchFamily="34" charset="0"/>
              </a:rPr>
              <a:t>Ilaria Francesca Lunardelli</a:t>
            </a:r>
          </a:p>
        </p:txBody>
      </p:sp>
    </p:spTree>
    <p:extLst>
      <p:ext uri="{BB962C8B-B14F-4D97-AF65-F5344CB8AC3E}">
        <p14:creationId xmlns:p14="http://schemas.microsoft.com/office/powerpoint/2010/main" val="20858729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C1B1B-F4CC-70BF-BFB0-34192FEE8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>
                <a:latin typeface="Aptos" panose="020B0004020202020204" pitchFamily="34" charset="0"/>
              </a:rPr>
              <a:t>BACKGROUND LITERATURE</a:t>
            </a:r>
            <a:endParaRPr lang="en-NL" sz="4000" b="1" dirty="0">
              <a:latin typeface="Aptos" panose="020B00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14BB4C-2FD9-D6E0-8F1E-ADD0CDCD61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LITERATURE</a:t>
            </a:r>
          </a:p>
          <a:p>
            <a:r>
              <a:rPr lang="en-US" dirty="0"/>
              <a:t>GAP?</a:t>
            </a:r>
          </a:p>
          <a:p>
            <a:r>
              <a:rPr lang="en-US" dirty="0"/>
              <a:t>RQ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1846684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67DB29-D704-7649-E63C-610D8F7CE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>
                <a:latin typeface="Aptos" panose="020B0004020202020204" pitchFamily="34" charset="0"/>
              </a:rPr>
              <a:t>DATA</a:t>
            </a:r>
            <a:endParaRPr lang="en-NL" sz="4000" dirty="0"/>
          </a:p>
        </p:txBody>
      </p:sp>
      <p:pic>
        <p:nvPicPr>
          <p:cNvPr id="1026" name="Picture 2" descr="Survey Data Netherlands - About">
            <a:extLst>
              <a:ext uri="{FF2B5EF4-FFF2-40B4-BE49-F238E27FC236}">
                <a16:creationId xmlns:a16="http://schemas.microsoft.com/office/drawing/2014/main" id="{912863B4-A454-920F-55D4-E828CD9836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145844"/>
            <a:ext cx="1958068" cy="1958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0B51224-3C30-98CB-EE9A-B726F75CA57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03" t="19448" r="72747" b="64625"/>
          <a:stretch>
            <a:fillRect/>
          </a:stretch>
        </p:blipFill>
        <p:spPr>
          <a:xfrm>
            <a:off x="3176157" y="2303007"/>
            <a:ext cx="4944730" cy="164374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E34B0D6-8877-B408-5E8A-A26D9BD3BCD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840" t="17143" r="75267" b="73175"/>
          <a:stretch>
            <a:fillRect/>
          </a:stretch>
        </p:blipFill>
        <p:spPr>
          <a:xfrm>
            <a:off x="8120887" y="2642224"/>
            <a:ext cx="4071113" cy="968573"/>
          </a:xfrm>
          <a:prstGeom prst="rect">
            <a:avLst/>
          </a:prstGeom>
        </p:spPr>
      </p:pic>
      <p:pic>
        <p:nvPicPr>
          <p:cNvPr id="1038" name="Picture 14" descr="aivd_nl">
            <a:extLst>
              <a:ext uri="{FF2B5EF4-FFF2-40B4-BE49-F238E27FC236}">
                <a16:creationId xmlns:a16="http://schemas.microsoft.com/office/drawing/2014/main" id="{2838B81E-7193-7651-E69A-11326F6CDF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6996" y="4103912"/>
            <a:ext cx="2438400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289682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D5AA4-39E8-7D88-FF14-AEEA7CC8A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>
                <a:latin typeface="Aptos" panose="020B0004020202020204" pitchFamily="34" charset="0"/>
              </a:rPr>
              <a:t>LIVABILITY SCORE</a:t>
            </a:r>
            <a:endParaRPr lang="en-NL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2078A8-6BB5-7041-FA15-FF26060FEB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OVERVIEW OF DIMENSIONS</a:t>
            </a:r>
          </a:p>
          <a:p>
            <a:r>
              <a:rPr lang="en-US" dirty="0"/>
              <a:t>VISUALIZATION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9297697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0AF0E-ED51-D6C7-ED17-990E85214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>
                <a:latin typeface="Aptos" panose="020B0004020202020204" pitchFamily="34" charset="0"/>
              </a:rPr>
              <a:t>ANALYSIS</a:t>
            </a:r>
            <a:endParaRPr lang="en-NL" sz="4000" b="1" dirty="0">
              <a:latin typeface="Aptos" panose="020B00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745100-CE06-4549-0F6E-0CC8267F6D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METHOD AND APPROACH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2004459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7DF4A-6793-0A82-6A54-8C85064ED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>
                <a:latin typeface="Aptos" panose="020B0004020202020204" pitchFamily="34" charset="0"/>
              </a:rPr>
              <a:t>RESULTS</a:t>
            </a:r>
            <a:endParaRPr lang="en-NL" sz="4000" b="1" dirty="0">
              <a:latin typeface="Aptos" panose="020B00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AC6F1B-C3BD-3A07-79D7-89F1A5E47B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OVERVIEW OF RESULTS</a:t>
            </a:r>
          </a:p>
          <a:p>
            <a:r>
              <a:rPr lang="en-US" dirty="0"/>
              <a:t>VISUALIZATIONS</a:t>
            </a:r>
          </a:p>
          <a:p>
            <a:r>
              <a:rPr lang="en-US" dirty="0"/>
              <a:t>REMARKS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8230572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92FCA9-9934-597E-3E85-F91240B2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638A7B-FADD-2A50-6E5A-A5F74D16E5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>
                <a:latin typeface="Aptos" panose="020B0004020202020204" pitchFamily="34" charset="0"/>
              </a:rPr>
              <a:t>REPRODUCIBILITY</a:t>
            </a:r>
            <a:endParaRPr lang="en-NL" sz="4000" b="1" dirty="0">
              <a:latin typeface="Aptos" panose="020B00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F2E767-F405-E9C2-5F6D-C2E221D903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MAYBE OVERVIEW OF THE FAIR PRINCIPLES THAT WE FOLLOWED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1311631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3E30F6-326D-57E9-0F15-5EF34F392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5E6E3-AEBA-9155-B302-16E4B11117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>
                <a:latin typeface="Aptos" panose="020B0004020202020204" pitchFamily="34" charset="0"/>
              </a:rPr>
              <a:t>DISCUSSION</a:t>
            </a:r>
            <a:endParaRPr lang="en-NL" sz="4000" b="1" dirty="0">
              <a:latin typeface="Aptos" panose="020B00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E6E416-C70A-6027-5F9B-7B2ABF0F2D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LIMITATIONS</a:t>
            </a:r>
          </a:p>
          <a:p>
            <a:r>
              <a:rPr lang="en-US" dirty="0"/>
              <a:t>POSSIBLE FURTHER DIRECTIONS</a:t>
            </a:r>
          </a:p>
          <a:p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640838743"/>
      </p:ext>
    </p:extLst>
  </p:cSld>
  <p:clrMapOvr>
    <a:masterClrMapping/>
  </p:clrMapOvr>
</p:sld>
</file>

<file path=ppt/theme/theme1.xml><?xml version="1.0" encoding="utf-8"?>
<a:theme xmlns:a="http://schemas.openxmlformats.org/drawingml/2006/main" name="ShapesVTI">
  <a:themeElements>
    <a:clrScheme name="Office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549E39"/>
      </a:accent1>
      <a:accent2>
        <a:srgbClr val="8AB833"/>
      </a:accent2>
      <a:accent3>
        <a:srgbClr val="C0CF3A"/>
      </a:accent3>
      <a:accent4>
        <a:srgbClr val="029676"/>
      </a:accent4>
      <a:accent5>
        <a:srgbClr val="4AB5C4"/>
      </a:accent5>
      <a:accent6>
        <a:srgbClr val="0989B1"/>
      </a:accent6>
      <a:hlink>
        <a:srgbClr val="6B9F25"/>
      </a:hlink>
      <a:folHlink>
        <a:srgbClr val="BA6906"/>
      </a:folHlink>
    </a:clrScheme>
    <a:fontScheme name="Festival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hapesVTI" id="{C78D20FD-A872-4243-8597-B534C62538FF}" vid="{7CAFCCF9-7834-41D6-B6AB-7D225A18A4E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51</Words>
  <Application>Microsoft Office PowerPoint</Application>
  <PresentationFormat>Widescreen</PresentationFormat>
  <Paragraphs>25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Arial</vt:lpstr>
      <vt:lpstr>Calibri</vt:lpstr>
      <vt:lpstr>Century Gothic</vt:lpstr>
      <vt:lpstr>ShapesVTI</vt:lpstr>
      <vt:lpstr>LIVING</vt:lpstr>
      <vt:lpstr>BACKGROUND LITERATURE</vt:lpstr>
      <vt:lpstr>DATA</vt:lpstr>
      <vt:lpstr>LIVABILITY SCORE</vt:lpstr>
      <vt:lpstr>ANALYSIS</vt:lpstr>
      <vt:lpstr>RESULTS</vt:lpstr>
      <vt:lpstr>REPRODUCIBILITY</vt:lpstr>
      <vt:lpstr>DISCUSSION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Ilaria Lunardelli</dc:creator>
  <cp:lastModifiedBy>Ilaria Lunardelli</cp:lastModifiedBy>
  <cp:revision>2</cp:revision>
  <dcterms:created xsi:type="dcterms:W3CDTF">2026-06-16T13:02:02Z</dcterms:created>
  <dcterms:modified xsi:type="dcterms:W3CDTF">2026-06-17T11:22:06Z</dcterms:modified>
</cp:coreProperties>
</file>